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1.png"/><Relationship Id="rId8" Type="http://schemas.openxmlformats.org/officeDocument/2006/relationships/image" Target="../media/image-5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B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141B3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5" name="Image 0" descr="/home/claude/icons/traff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 ·  ELECTRONIC ENGINEERING  ·  HARDWARE ENGINEERING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FPGA-Based Roadside Unit Controller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Intersection Reservation for Autonomous Vehicles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4297680"/>
            <a:ext cx="1463040" cy="18288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72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Azadul Islam   ·   Faysal Ahammed Tonmoy   ·   MD Jubair Salehin Razin   ·   MD Rafiul Islam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HW/SW Co-Design Seminar  ·  Supervised by Prof. Dr. Achim Rettberg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18928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Scenario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31343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deterministic hardware arbitration matters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52360" y="18928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52360" y="231343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interfaces, architecture, FSM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57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737360" y="36301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05079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VHDL controller &amp; Nexys A7 FPGA prototype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3657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52360" y="363016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2360" y="405079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QuestaSim simulation &amp; test cases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394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737360" y="53675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Extension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57881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Altium schematic &amp; PCB layout concept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5166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5394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52360" y="53675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Outlook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52360" y="57881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summary, discussion, future work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Coordinating Autonomous Vehicles at Intersections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intersections rely on traffic lights interpreted by human drivers.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 instead need digital permission from a Roadside Unit (RSU).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RSU receives requests from four directions and issues conflict-free grants.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realizes that arbitration logic as deterministic FPGA hardware, in VHDL.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12480" y="1737360"/>
            <a:ext cx="1280160" cy="4023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0" y="3108960"/>
            <a:ext cx="4023360" cy="12801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3108960"/>
            <a:ext cx="1280160" cy="12801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31089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0" y="1353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0" y="5852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0996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21240" y="2331720"/>
            <a:ext cx="502920" cy="502920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14" name="Image 0" descr="/home/claude/icons/traff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0112" y="2450592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829800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Governing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331720"/>
            <a:ext cx="914400" cy="914400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6" name="Image 0" descr="/home/claude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5511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road groups must never receive a grant simultaneously.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9202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2331720"/>
            <a:ext cx="914400" cy="914400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11" name="Image 1" descr="/home/claude/icons/ro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036" y="25511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800600" y="39776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road is served first whenever both road groups request access.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21040" y="192024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69780" y="2331720"/>
            <a:ext cx="914400" cy="914400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16" name="Image 2" descr="/home/claude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236" y="25511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Determinism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686800" y="39776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behavior must be predictable, observable, and formally verifiable.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RSU Controller Must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0896" cy="310896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5" name="Image 0" descr="/home/claude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47088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7099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VHDL-based RSU controller for four-direction requests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310896" cy="310896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8" name="Image 1" descr="/home/claud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80720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6700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North + South as the main road; East + West as the side road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703320"/>
            <a:ext cx="310896" cy="310896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11" name="Image 2" descr="/home/claud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76732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6301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main-road priority when both groups request access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663440"/>
            <a:ext cx="310896" cy="310896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14" name="Image 3" descr="/home/claud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472744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5902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side road only when no main-road request is pending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309360" y="1783080"/>
            <a:ext cx="310896" cy="310896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17" name="Image 4" descr="/home/claud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847088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12280" y="17099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conflicting road groups never receive simultaneous grants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309360" y="2743200"/>
            <a:ext cx="310896" cy="310896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20" name="Image 5" descr="/home/claud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280720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12280" y="26700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behavior using QuestaSim waveform simulation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6309360" y="3703320"/>
            <a:ext cx="310896" cy="310896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23" name="Image 6" descr="/home/claude/icons/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3767328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12280" y="36301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design on a Nexys A7 FPGA board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309360" y="4663440"/>
            <a:ext cx="310896" cy="310896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26" name="Image 7" descr="/home/claude/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4727448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12280" y="45902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schematic and PCB layout concept in Altium Designer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Background &amp; Related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6" name="Image 0" descr="/home/claude/icons/chi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494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07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&amp; VHDL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49300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implemented directly as hardware gives cycle-accurate, predictable timing, simulated and verified before deployment [1],[2],[3].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1" name="Image 1" descr="/home/claude/icons/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2494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07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State Machines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09160" y="349300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FSMs decompose controller behavior into clear, testable operating modes — well matched to traffic arbitration [4].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103120"/>
            <a:ext cx="640080" cy="640080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6" name="Image 2" descr="/home/claude/icons/r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22494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90779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Intersection Mgmt.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95360" y="3493008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Dresner &amp; Stone's reservation-based framework formulates intersection access as a request-and-grant problem [5]; V2X links (IEEE 802.11p [6]) are a natural future extension.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grouping logic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four directional inputs into Main_req / Side_req.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FSM </a:t>
            </a:r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arbitrates access and exchanges state/timing with the timer unit.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output logic </a:t>
            </a:r>
            <a:pPr indent="0" marL="0">
              <a:buNone/>
            </a:pPr>
            <a:r>
              <a:rPr lang="en-US" sz="14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directional grants and LED / display debug outputs.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663440" y="160020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0" y="16002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2313432"/>
            <a:ext cx="0" cy="384048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3440" y="269748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6974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Grouping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3410712"/>
            <a:ext cx="0" cy="384048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63440" y="379476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379476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Controller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4507992"/>
            <a:ext cx="0" cy="384048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63440" y="489204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4892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5605272"/>
            <a:ext cx="0" cy="384048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5989320"/>
            <a:ext cx="2377440" cy="713232"/>
          </a:xfrm>
          <a:prstGeom prst="roundRect">
            <a:avLst>
              <a:gd name="adj" fmla="val 7692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59893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/ Display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Outputs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794760"/>
            <a:ext cx="1737360" cy="713232"/>
          </a:xfrm>
          <a:prstGeom prst="roundRect">
            <a:avLst>
              <a:gd name="adj" fmla="val 7692"/>
            </a:avLst>
          </a:prstGeom>
          <a:solidFill>
            <a:srgbClr val="5BC0B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37947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Unit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40880" y="4008730"/>
            <a:ext cx="1005840" cy="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4294022"/>
            <a:ext cx="1005840" cy="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headEnd type="triangle"/>
          </a:ln>
        </p:spPr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Three-State Finite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1920240" cy="1143000"/>
          </a:xfrm>
          <a:prstGeom prst="ellipse">
            <a:avLst/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1546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74920" y="1554480"/>
            <a:ext cx="1920240" cy="1143000"/>
          </a:xfrm>
          <a:prstGeom prst="ellipse">
            <a:avLst/>
          </a:prstGeom>
          <a:solidFill>
            <a:srgbClr val="5BC0B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74920" y="15544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4920" y="4754880"/>
            <a:ext cx="1920240" cy="114300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47548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2468880" y="2331720"/>
            <a:ext cx="2606040" cy="1051560"/>
          </a:xfrm>
          <a:prstGeom prst="line">
            <a:avLst/>
          </a:prstGeom>
          <a:noFill/>
          <a:ln w="25400">
            <a:solidFill>
              <a:srgbClr val="5BC0B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8288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request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H="1">
            <a:off x="2468880" y="2514600"/>
            <a:ext cx="2606040" cy="114300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8288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3794760"/>
            <a:ext cx="2606040" cy="114300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8288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request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H="1" flipV="1">
            <a:off x="2468880" y="4069080"/>
            <a:ext cx="2606040" cy="105156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82880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2697480"/>
            <a:ext cx="914" cy="205740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989320" y="3200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req. /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expired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V="1">
            <a:off x="6492240" y="2697480"/>
            <a:ext cx="914" cy="205740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069080" y="3200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req. /</a:t>
            </a:r>
            <a:endParaRPr lang="en-US" sz="950" dirty="0"/>
          </a:p>
          <a:p>
            <a:pPr algn="r" indent="0" marL="0">
              <a:buNone/>
            </a:pPr>
            <a:r>
              <a:rPr lang="en-US" sz="9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expired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95360" y="1783080"/>
            <a:ext cx="3063240" cy="4160520"/>
          </a:xfrm>
          <a:prstGeom prst="roundRect">
            <a:avLst>
              <a:gd name="adj" fmla="val 2388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23960" y="2011680"/>
            <a:ext cx="2606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request present.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MAIN_SERVICE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North/South grants follow N_req / S_req.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SIDE_SERVICE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East/West grants follow E_req / W_req.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Invariant &amp; Timing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6" name="Image 0" descr="/home/claude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Exclusion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Main-road and side-road grants are never asserted at the same time: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383280"/>
            <a:ext cx="4709160" cy="868680"/>
          </a:xfrm>
          <a:prstGeom prst="roundRect">
            <a:avLst>
              <a:gd name="adj" fmla="val 6316"/>
            </a:avLst>
          </a:prstGeom>
          <a:solidFill>
            <a:srgbClr val="141B30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3832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C0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Main_grant  ∧  Side_grant  =  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structurally: North/South grants are only reachable while the FSM occupies MAIN_SERVICE; East/West grants only while in SIDE_SERVICE. The invariant holds by construction.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6364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Parameters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331720"/>
          <a:ext cx="5349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2331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MAIN_TIME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Main-road service window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SIDE_TIME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Side-road service window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tick_1s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pulse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 update 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263640" y="416052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road served 2× longer than the side road, reflecting expected higher main-road volume. tick_1s is accelerated in simulation for compact, readable waveforms.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FPGA Prototype on the Nexys A7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Artix-7 FPGA board with on-board switches, LEDs, and seven-segment displays [7],[8].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emulate the four directional vehicle requests.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present the corresponding grant outputs.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Seven-segment display shows road_code and countdown.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27432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figures/fig_nexys_a7_demo_jp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4782312"/>
            <a:ext cx="2414016" cy="1591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29000" y="5212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Nexys A7 board running the RSU controller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SW0 – SW3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N_req, S_req, E_req, W_req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Directional vehicle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LED1, LED3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N_grant, S_grant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Main-road grants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LED2, LED4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E_grant, W_grant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Side-road grants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road_code, countdown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/ status 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QuestaSim Verification Test Cases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VHDL testbench applies six request scenarios and records grant outputs, FSM state, road code, and countdown for inspection.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grant 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North/South 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Main-road grant 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East/West 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Side-road grant 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and side request together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road served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 expires while both groups request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switches active road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and side grants checked jointly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Conflicting grants never occur together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QuestaSim Waveform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figures/fig_questasim_request_grant_jp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856232"/>
            <a:ext cx="10735056" cy="2002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0416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inputs and grant outputs across the simulated traffic scenarios (scenario_id).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figures/fig_questasim_fsm_status_jp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4599432"/>
            <a:ext cx="10735056" cy="1499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6281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road_code (00 idle · 01 main · 10 side), countdown, and internal FSM state. Main- and side-road grants are never observed active simultaneously.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Schematic Design (Altium)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figures/fig_top_level_schematic_jp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01952"/>
            <a:ext cx="3282696" cy="1545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39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43400" y="173736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figures/fig_power_schematic_jp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7992" y="1901952"/>
            <a:ext cx="3282696" cy="1545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3639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38160" y="173736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/home/claude/figures/fig_fpga_core_schematic_jp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02752" y="1901952"/>
            <a:ext cx="3282696" cy="1545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38160" y="3639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Core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224528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/home/claude/figures/fig_io_schematic_jpg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3232" y="4389120"/>
            <a:ext cx="3282696" cy="15453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8640" y="6126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343400" y="4224528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/home/claude/figures/fig_debug_display_schematic_jpg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07992" y="4389120"/>
            <a:ext cx="3282696" cy="15453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3400" y="61264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Display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8138160" y="4224528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sheets connected via a top-level hierarchical schematic — power, FPGA core, I/O, and debug display [9].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EXTENSION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PCB Layout Concept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4066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figures/fig_pcb_3d_view_jp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01952"/>
            <a:ext cx="7077456" cy="42428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737360"/>
            <a:ext cx="3429000" cy="4572000"/>
          </a:xfrm>
          <a:prstGeom prst="roundRect">
            <a:avLst>
              <a:gd name="adj" fmla="val 2133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0" y="2011680"/>
            <a:ext cx="548640" cy="548640"/>
          </a:xfrm>
          <a:prstGeom prst="ellipse">
            <a:avLst/>
          </a:prstGeom>
          <a:solidFill>
            <a:srgbClr val="5BC0BE"/>
          </a:solidFill>
          <a:ln/>
        </p:spPr>
      </p:sp>
      <p:pic>
        <p:nvPicPr>
          <p:cNvPr id="8" name="Image 1" descr="/home/claude/icons/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792" y="21305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3920" y="2697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Direction-Labeled Layout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503920" y="329184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switches and grant LEDs placed next to their direction labels (N/S/E/W).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FPGA, power input, and JTAG connector placed centrally for accessible testing.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Seven-segment displays positioned for clear visual debugging.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only — not yet manufactured or electrically tested.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Validation Summary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539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Main-road 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QuestaSim waveform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Side-road 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FSM and countdown waveform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conflicting grants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State-based grant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Nexys A7 demonstration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Schematic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Altium schematic sheets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PCB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PCB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4754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8680" y="5486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passed in simulation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46177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4754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663440" y="5486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executed without a safety violation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38160" y="46177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C254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58200" y="47548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458200" y="5486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main/side grants observed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B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C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Hardware Design Workflow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FPGA-based RSU controller was designed, simulated, and demonstrated on real hardware, with the safety invariant enforced by construction and confirmed in QuestaSim.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schematic and PCB concept in Altium chart a credible path toward dedicated controller hardware.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C0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movements &amp; emergency-vehicle priority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V2X communication (IEEE 802.11p)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of the safety property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manufacturing &amp; electrical testing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219456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141B3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32520" y="2514600"/>
            <a:ext cx="914400" cy="91440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10" name="Image 0" descr="/home/claude/icons/traff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2715768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3611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40880" y="4114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FPGA-Based RSU Intersection Controller</dc:title>
  <dc:subject>PptxGenJS Presentation</dc:subject>
  <dc:creator>Group A7</dc:creator>
  <cp:lastModifiedBy>Group A7</cp:lastModifiedBy>
  <cp:revision>1</cp:revision>
  <dcterms:created xsi:type="dcterms:W3CDTF">2026-06-30T18:48:07Z</dcterms:created>
  <dcterms:modified xsi:type="dcterms:W3CDTF">2026-06-30T18:48:07Z</dcterms:modified>
</cp:coreProperties>
</file>